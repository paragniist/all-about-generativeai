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0"/>
  </p:notesMasterIdLst>
  <p:sldIdLst>
    <p:sldId id="274" r:id="rId2"/>
    <p:sldId id="448" r:id="rId3"/>
    <p:sldId id="386" r:id="rId4"/>
    <p:sldId id="449" r:id="rId5"/>
    <p:sldId id="450" r:id="rId6"/>
    <p:sldId id="451" r:id="rId7"/>
    <p:sldId id="446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80100" autoAdjust="0"/>
  </p:normalViewPr>
  <p:slideViewPr>
    <p:cSldViewPr snapToGrid="0">
      <p:cViewPr varScale="1">
        <p:scale>
          <a:sx n="69" d="100"/>
          <a:sy n="69" d="100"/>
        </p:scale>
        <p:origin x="100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138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38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914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799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542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84D035-8484-4F58-9D29-A39A493CE12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505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06-12-2025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495789" y="4731434"/>
            <a:ext cx="4982681" cy="607895"/>
            <a:chOff x="3614024" y="4908823"/>
            <a:chExt cx="4982681" cy="607895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r>
                <a:rPr lang="en-US" sz="3200" b="1" dirty="0" err="1" smtClean="0">
                  <a:solidFill>
                    <a:srgbClr val="00B0F0"/>
                  </a:solidFill>
                </a:rPr>
                <a:t>Prudvi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07147" y="4927160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454" y="20206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uggingFace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194" y="1349030"/>
            <a:ext cx="1146684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(HF)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platform + ecosystem for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building, sharing, training, deploying, and experimenting with machine learning models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especially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NLP and LLMs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Think of it as:</a:t>
            </a:r>
          </a:p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“The GitHub +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AppStore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of AI Models.”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provides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public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Model Hub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Dataset Hub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Spaces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hub to host demo apps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Python library called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Transformers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Tools for training, evaluating, and deploying models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50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Model Hub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7853" y="976150"/>
            <a:ext cx="924436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huge repository of </a:t>
            </a: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20,00,000+ models and growing…</a:t>
            </a:r>
            <a:endParaRPr lang="en-IN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NLP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BERT,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RoBERTa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DistilBERT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GPT-2, BLOOM, </a:t>
            </a: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LLaMA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Mistral, Falcon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T5, BART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Whisper (speech-to-text)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LayoutLM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(documents)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Vision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, CLIP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YOLO, DETR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SAM (Segment Anything)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Stable Diffusion (image generation)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Audio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Whisper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AudioLM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MusicGen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Multimodal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LLaVA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latin typeface="Arial" panose="020B0604020202020204" pitchFamily="34" charset="0"/>
                <a:cs typeface="Arial" panose="020B0604020202020204" pitchFamily="34" charset="0"/>
              </a:rPr>
              <a:t>Qwen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-VL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CLIP</a:t>
            </a:r>
          </a:p>
        </p:txBody>
      </p:sp>
    </p:spTree>
    <p:extLst>
      <p:ext uri="{BB962C8B-B14F-4D97-AF65-F5344CB8AC3E}">
        <p14:creationId xmlns:p14="http://schemas.microsoft.com/office/powerpoint/2010/main" val="401044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Model Hub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589616"/>
              </p:ext>
            </p:extLst>
          </p:nvPr>
        </p:nvGraphicFramePr>
        <p:xfrm>
          <a:off x="1139903" y="1566025"/>
          <a:ext cx="10022469" cy="3952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40823">
                  <a:extLst>
                    <a:ext uri="{9D8B030D-6E8A-4147-A177-3AD203B41FA5}">
                      <a16:colId xmlns:a16="http://schemas.microsoft.com/office/drawing/2014/main" val="30825692"/>
                    </a:ext>
                  </a:extLst>
                </a:gridCol>
                <a:gridCol w="3340823">
                  <a:extLst>
                    <a:ext uri="{9D8B030D-6E8A-4147-A177-3AD203B41FA5}">
                      <a16:colId xmlns:a16="http://schemas.microsoft.com/office/drawing/2014/main" val="1016795610"/>
                    </a:ext>
                  </a:extLst>
                </a:gridCol>
                <a:gridCol w="3340823">
                  <a:extLst>
                    <a:ext uri="{9D8B030D-6E8A-4147-A177-3AD203B41FA5}">
                      <a16:colId xmlns:a16="http://schemas.microsoft.com/office/drawing/2014/main" val="980285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loads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which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147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</a:t>
                      </a:r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transformer,</a:t>
                      </a:r>
                      <a:r>
                        <a:rPr lang="it-IT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 specific task</a:t>
                      </a:r>
                      <a:endParaRPr lang="en-IN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Encoder/decoder-only </a:t>
                      </a:r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layers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224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AutoModelForCausalLM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Decoder-only GPT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735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AutoModelForMaskedLM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BERT-style, Encoder-only masked models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MLM tasks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095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AutoModelForSeq2SeqLM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Enc-Dec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Translation/summarization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615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T5ForConditionalGeneration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T5-specific,</a:t>
                      </a: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Conditionalgen</a:t>
                      </a:r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i.e. model gives output text that depends on that input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 text →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349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StableDiffusionPipeline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Diffusion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Image generation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64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60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Datasets </a:t>
            </a: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Hub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07687" y="1143684"/>
            <a:ext cx="974244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huge repository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100,000+ datasets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and growing…</a:t>
            </a:r>
          </a:p>
          <a:p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load datasets with 1 line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from datasets import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load_dataset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dataset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load_dataset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imdb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Supports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Multimodal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hosting your own datasets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48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Access Token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850680"/>
              </p:ext>
            </p:extLst>
          </p:nvPr>
        </p:nvGraphicFramePr>
        <p:xfrm>
          <a:off x="1786673" y="1466850"/>
          <a:ext cx="8127999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557529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9453182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13044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 Needed?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623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Public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Fully 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1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License-restricted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Must accept license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07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Request-access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Controlled release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752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Already cached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 stored locally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22644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375317" y="4102977"/>
            <a:ext cx="990228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 smtClean="0">
                <a:solidFill>
                  <a:srgbClr val="AF00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must select the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“Make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calls to Inference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Providers” to access the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huggingfaceendpoint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0" dirty="0" smtClean="0">
              <a:solidFill>
                <a:srgbClr val="3B3B3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“Read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access to 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contents of all repos under your personal namespace”</a:t>
            </a:r>
          </a:p>
          <a:p>
            <a:pPr lvl="0"/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“Read access to contents of all public gated repos you can 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acces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</a:p>
          <a:p>
            <a:pPr lvl="0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To access the 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opensource</a:t>
            </a:r>
            <a:r>
              <a:rPr lang="en-US" alt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models and must accept terms and conditions for some models</a:t>
            </a:r>
          </a:p>
        </p:txBody>
      </p:sp>
    </p:spTree>
    <p:extLst>
      <p:ext uri="{BB962C8B-B14F-4D97-AF65-F5344CB8AC3E}">
        <p14:creationId xmlns:p14="http://schemas.microsoft.com/office/powerpoint/2010/main" val="20319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11499"/>
            <a:ext cx="10515600" cy="55522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HuggingFace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Features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459506"/>
              </p:ext>
            </p:extLst>
          </p:nvPr>
        </p:nvGraphicFramePr>
        <p:xfrm>
          <a:off x="635620" y="1031900"/>
          <a:ext cx="10768360" cy="5491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92090">
                  <a:extLst>
                    <a:ext uri="{9D8B030D-6E8A-4147-A177-3AD203B41FA5}">
                      <a16:colId xmlns:a16="http://schemas.microsoft.com/office/drawing/2014/main" val="1659290391"/>
                    </a:ext>
                  </a:extLst>
                </a:gridCol>
                <a:gridCol w="2692090">
                  <a:extLst>
                    <a:ext uri="{9D8B030D-6E8A-4147-A177-3AD203B41FA5}">
                      <a16:colId xmlns:a16="http://schemas.microsoft.com/office/drawing/2014/main" val="1184434194"/>
                    </a:ext>
                  </a:extLst>
                </a:gridCol>
                <a:gridCol w="2692090">
                  <a:extLst>
                    <a:ext uri="{9D8B030D-6E8A-4147-A177-3AD203B41FA5}">
                      <a16:colId xmlns:a16="http://schemas.microsoft.com/office/drawing/2014/main" val="2893359863"/>
                    </a:ext>
                  </a:extLst>
                </a:gridCol>
                <a:gridCol w="2692090">
                  <a:extLst>
                    <a:ext uri="{9D8B030D-6E8A-4147-A177-3AD203B41FA5}">
                      <a16:colId xmlns:a16="http://schemas.microsoft.com/office/drawing/2014/main" val="1269909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02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HuggingFace Spaces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Free app hosting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Streamlit, Gradio, Docker, Static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 demos (chatbots, LLMs, image generators)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651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Transformers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 HF library for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Pretrained models, tokenizers, pipelines, training utils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Load, train, and use NLP/vision/audio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08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Tokenizers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Rust-based tokenizer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BPE, WordPiece, SentencePiece, Unigram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 or load tokenizers for LLMs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184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Accelerate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 distributed training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Multi-GPU, TPU, multi-node, mixed 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 LLMs efficiently at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02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Trainer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High-level training 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LoRA, QLoRA, PEFT, FP16/BF16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Fine-tune transformer models easily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508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Inference Endpoints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Managed model hosting as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endpoints, GPUs, autoscaling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 models like an OpenAI-style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07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 Generation Inference (TGI)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 inference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generation, quantization, optimized for big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deployment of models like Falcon/Mistral/LLaMA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552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Safetensors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weight storage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Safe, fast, zero-copy, no pickle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Load/save transformer weights securely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380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95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Widescreen</PresentationFormat>
  <Paragraphs>141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Huggingface</vt:lpstr>
      <vt:lpstr>HuggingFace</vt:lpstr>
      <vt:lpstr>HuggingFace Model Hub</vt:lpstr>
      <vt:lpstr>HuggingFace Model Hub</vt:lpstr>
      <vt:lpstr>HuggingFace Datasets Hub</vt:lpstr>
      <vt:lpstr>HuggingFace Access Token</vt:lpstr>
      <vt:lpstr>HuggingFace Features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2025-12-06T01:59:00Z</dcterms:modified>
</cp:coreProperties>
</file>